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REVOPS AI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Multi-Agent System for Intelligent Sales &amp; Revenue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CRMs store data but don’t act.</a:t>
            </a:r>
          </a:p>
          <a:p>
            <a:r>
              <a:t>Missed signals.</a:t>
            </a:r>
          </a:p>
          <a:p>
            <a:r>
              <a:t>Lost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agents that act, learn, and optimize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Layer + AI Agents + Orchestrator + Execution +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Prospect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scoring + personalized outreach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detection + recovery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prediction +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Battlecards + positioning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+ explainability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Coordinates all agents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 ↑, Cycle ↓, Churn 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Revenue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